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73cf3b0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73cf3b0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373cf3b07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373cf3b07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73cf3b07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73cf3b07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73cf3b07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73cf3b07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73cf3b07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373cf3b07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73cf3b07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373cf3b07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73cf3b07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373cf3b07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73cf3b07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373cf3b07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73cf3b07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73cf3b07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73cf3b07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373cf3b07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73cf3b07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373cf3b07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73cf3b07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73cf3b07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73cf3b07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373cf3b07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373cf3b07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373cf3b07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373cf3b077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373cf3b07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373cf3b07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373cf3b07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373cf3b077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373cf3b077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373cf3b077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373cf3b077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373cf3b077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373cf3b07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6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-scm.com/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-scm.com/" TargetMode="External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/>
        </p:nvSpPr>
        <p:spPr>
          <a:xfrm>
            <a:off x="1461300" y="22529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Git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18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TUTORIAL DE INSTALACIÓN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Instalar GIT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Windows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20"/>
          <p:cNvSpPr txBox="1"/>
          <p:nvPr/>
        </p:nvSpPr>
        <p:spPr>
          <a:xfrm>
            <a:off x="501450" y="1606700"/>
            <a:ext cx="81411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Ir a </a:t>
            </a:r>
            <a:r>
              <a:rPr lang="es-419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https://git-scm.com/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descargar el paquete de instalación “</a:t>
            </a:r>
            <a:r>
              <a:rPr lang="es-419" sz="1350">
                <a:solidFill>
                  <a:schemeClr val="dk1"/>
                </a:solidFill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download (nro versión) for Windows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 (si tienes otro sistema operativo deberás seleccionar en el mismo: Mac o Linux)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7" name="Google Shape;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513" y="2571750"/>
            <a:ext cx="7464975" cy="1996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20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79" name="Google Shape;79;p20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0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Ahora debes ejecutar el archivo descargado, y elegir la carpeta donde ubicar los archivos de Git.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7" name="Google Shape;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099" y="2448425"/>
            <a:ext cx="4784100" cy="2094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21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89" name="Google Shape;89;p21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1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22"/>
          <p:cNvSpPr txBox="1"/>
          <p:nvPr/>
        </p:nvSpPr>
        <p:spPr>
          <a:xfrm>
            <a:off x="501450" y="1606700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Asegúrate de tener seleccionado</a:t>
            </a:r>
            <a:r>
              <a:rPr i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 bash</a:t>
            </a:r>
            <a:r>
              <a:rPr i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es la herramienta principal con la que trabajaremos. Con esto se terminará la instalación.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7" name="Google Shape;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2368575"/>
            <a:ext cx="3693750" cy="230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2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99" name="Google Shape;99;p22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2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23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Seguimos haciendo clic en “Next”.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488" y="2130875"/>
            <a:ext cx="3277025" cy="2555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23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09" name="Google Shape;109;p23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3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4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24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pantalla elegimos de la lista 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“use visual studio code as Git’s default editor”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00" y="2303000"/>
            <a:ext cx="3367950" cy="262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24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19" name="Google Shape;119;p24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4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5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25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Hacemos click en “next” hasta finalizar la instalación, dejando las configuraciones por defecto.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850" y="2260000"/>
            <a:ext cx="3808050" cy="2547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25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29" name="Google Shape;129;p25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5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6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Finalmente aparece el botón “Install”.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775" y="2048200"/>
            <a:ext cx="3584450" cy="2772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38" name="Google Shape;138;p26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39" name="Google Shape;139;p26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6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7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¡Instalación finalizada!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0850" y="2039025"/>
            <a:ext cx="3522300" cy="2711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8" name="Google Shape;148;p27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49" name="Google Shape;149;p27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7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8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>
            <a:off x="647400" y="1189150"/>
            <a:ext cx="7849200" cy="33174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/>
        </p:nvSpPr>
        <p:spPr>
          <a:xfrm>
            <a:off x="1461300" y="345975"/>
            <a:ext cx="622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GIT: Instalación Windows</a:t>
            </a:r>
            <a:endParaRPr b="1" sz="3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5912300" y="1716550"/>
            <a:ext cx="2166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Ahora tendrás disponible </a:t>
            </a:r>
            <a:r>
              <a:rPr b="1" lang="es-419" sz="1350">
                <a:latin typeface="DM Sans"/>
                <a:ea typeface="DM Sans"/>
                <a:cs typeface="DM Sans"/>
                <a:sym typeface="DM Sans"/>
              </a:rPr>
              <a:t>Git Bash</a:t>
            </a: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 desde tu lista de programas. Aquí es donde trabajaremos con Git.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Alternativa: </a:t>
            </a:r>
            <a:r>
              <a:rPr b="1" lang="es-419" sz="1350">
                <a:latin typeface="DM Sans"/>
                <a:ea typeface="DM Sans"/>
                <a:cs typeface="DM Sans"/>
                <a:sym typeface="DM Sans"/>
              </a:rPr>
              <a:t>Git GUI</a:t>
            </a: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, para tener una interfaz más amigable.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300" y="1383763"/>
            <a:ext cx="3436475" cy="2928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Instalar GIT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Mac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501450" y="1606700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Ir a </a:t>
            </a:r>
            <a:r>
              <a:rPr lang="es-419" sz="1350" u="sng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https://git-scm.com/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descarga el paquete de instalación </a:t>
            </a:r>
            <a:r>
              <a:rPr lang="es-419" sz="1350">
                <a:solidFill>
                  <a:schemeClr val="dk1"/>
                </a:solidFill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“download (nro version) for Mac”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(o si tienes otro sistema operativo, se refleja Windows o Linux).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750" y="2571750"/>
            <a:ext cx="6943238" cy="2087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30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72" name="Google Shape;172;p30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0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Posiblemente,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te salga este cartel de seguridad al intentar ejecutar el archivo descargado.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0" name="Google Shape;180;p31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81" name="Google Shape;181;p31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1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163" y="2296025"/>
            <a:ext cx="3959676" cy="244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501450" y="1606700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Van a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preferencias de sistema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 →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seguridad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 y encontrarás lo siguiente. Haz clic en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abrir de todos modos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0" name="Google Shape;190;p32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91" name="Google Shape;191;p32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2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25" y="2470275"/>
            <a:ext cx="7598376" cy="15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cartel más y clic en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Abrir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276" y="2146250"/>
            <a:ext cx="4491451" cy="2538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01" name="Google Shape;201;p33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202" name="Google Shape;202;p33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3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4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Instalador, hacen clic en 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continuar 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hasta que diga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instalación se completó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0" name="Google Shape;210;p34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211" name="Google Shape;211;p34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4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5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50" y="2204239"/>
            <a:ext cx="4065176" cy="2254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" name="Google Shape;21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100" y="2219825"/>
            <a:ext cx="4065201" cy="2218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-419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6" title="Hashtag &quot;democratizando la educación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675" y="2410500"/>
            <a:ext cx="5924650" cy="3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
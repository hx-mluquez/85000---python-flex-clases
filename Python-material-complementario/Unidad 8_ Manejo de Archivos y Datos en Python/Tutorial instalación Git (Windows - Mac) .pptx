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373cf3b0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373cf3b0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373cf3b07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373cf3b07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373cf3b077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373cf3b077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1373cf3b07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1373cf3b07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373cf3b077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373cf3b077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373cf3b077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373cf3b077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373cf3b07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1373cf3b07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373cf3b077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373cf3b077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373cf3b077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373cf3b077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373cf3b077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373cf3b077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373cf3b077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1373cf3b077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373cf3b077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1373cf3b077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373cf3b077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1373cf3b077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373cf3b07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1373cf3b07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1373cf3b077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1373cf3b077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373cf3b077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373cf3b077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373cf3b077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373cf3b077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1373cf3b077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1373cf3b077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373cf3b077_0_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1373cf3b077_0_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373cf3b077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1373cf3b077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A">
  <p:cSld name="SECTION_HEADER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-B">
  <p:cSld name="SECTION_HEADER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4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775" y="4720250"/>
            <a:ext cx="1024025" cy="21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átula 1">
  <p:cSld name="SECTION_HEADER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5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ndo blanco">
  <p:cSld name="SECTION_HEADER_1_1_1_1_1_1_1_1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6" title="logo coderhouse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adro">
  <p:cSld name="SECTION_HEADER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7" title="logo coderhous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11413" y="4692275"/>
            <a:ext cx="1150750" cy="26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-scm.com/" TargetMode="External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-scm.com/" TargetMode="External"/><Relationship Id="rId4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¡Les damos la bienvenida!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5" name="Google Shape;65;p18"/>
          <p:cNvSpPr txBox="1"/>
          <p:nvPr/>
        </p:nvSpPr>
        <p:spPr>
          <a:xfrm>
            <a:off x="3315900" y="3421350"/>
            <a:ext cx="2512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0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¿Comenzamos?</a:t>
            </a:r>
            <a:endParaRPr sz="20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descr="Man Dancing on Apple iOS 12.2" id="66" name="Google Shape;6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900" y="808750"/>
            <a:ext cx="876200" cy="8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/>
        </p:nvSpPr>
        <p:spPr>
          <a:xfrm>
            <a:off x="1461300" y="2252975"/>
            <a:ext cx="622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Git</a:t>
            </a:r>
            <a:endParaRPr b="1"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" name="Google Shape;72;p19"/>
          <p:cNvSpPr txBox="1"/>
          <p:nvPr/>
        </p:nvSpPr>
        <p:spPr>
          <a:xfrm>
            <a:off x="1461300" y="1665250"/>
            <a:ext cx="622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1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TUTORIAL DE INSTALACIÓN</a:t>
            </a:r>
            <a:endParaRPr sz="16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Instalar GIT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Windows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" name="Google Shape;83;p21"/>
          <p:cNvSpPr txBox="1"/>
          <p:nvPr/>
        </p:nvSpPr>
        <p:spPr>
          <a:xfrm>
            <a:off x="501450" y="1606700"/>
            <a:ext cx="81411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Ir a </a:t>
            </a:r>
            <a:r>
              <a:rPr lang="es-419" sz="1350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3"/>
              </a:rPr>
              <a:t>https://git-scm.com/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descargar el paquete de instalación “</a:t>
            </a:r>
            <a:r>
              <a:rPr lang="es-419" sz="1350">
                <a:solidFill>
                  <a:schemeClr val="dk1"/>
                </a:solidFill>
                <a:highlight>
                  <a:schemeClr val="accent6"/>
                </a:highlight>
                <a:latin typeface="DM Sans"/>
                <a:ea typeface="DM Sans"/>
                <a:cs typeface="DM Sans"/>
                <a:sym typeface="DM Sans"/>
              </a:rPr>
              <a:t>download (nro versión) for Windows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 (si tienes otro sistema operativo deberás seleccionar en el mismo: Mac o Linux)</a:t>
            </a:r>
            <a:endParaRPr sz="135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84" name="Google Shape;8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9513" y="2571750"/>
            <a:ext cx="7464975" cy="1996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5" name="Google Shape;85;p21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86" name="Google Shape;86;p21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21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2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3" name="Google Shape;93;p22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Ahora debes ejecutar el archivo descargado, y elegir la carpeta donde ubicar los archivos de Git.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94" name="Google Shape;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7099" y="2448425"/>
            <a:ext cx="4784100" cy="2094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22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96" name="Google Shape;96;p22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22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2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3" name="Google Shape;103;p23"/>
          <p:cNvSpPr txBox="1"/>
          <p:nvPr/>
        </p:nvSpPr>
        <p:spPr>
          <a:xfrm>
            <a:off x="501450" y="1606700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Asegúrate de tener seleccionado</a:t>
            </a:r>
            <a:r>
              <a:rPr i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 bash</a:t>
            </a:r>
            <a:r>
              <a:rPr i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que es la herramienta principal con la que trabajaremos. Con esto se terminará la instalación.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4600" y="2368575"/>
            <a:ext cx="3693750" cy="230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5" name="Google Shape;105;p23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06" name="Google Shape;106;p23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3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3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4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3" name="Google Shape;113;p24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Seguimos haciendo clic en “Next”.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14" name="Google Shape;1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3488" y="2130875"/>
            <a:ext cx="3277025" cy="2555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" name="Google Shape;115;p24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16" name="Google Shape;116;p24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4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4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esta pantalla elegimos de la lista 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“use visual studio code as Git’s default editor”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4" name="Google Shape;12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2900" y="2303000"/>
            <a:ext cx="3367950" cy="26240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" name="Google Shape;125;p25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26" name="Google Shape;126;p25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25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5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3" name="Google Shape;133;p26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Hacemos click en “next” hasta finalizar la instalación, dejando las configuraciones por defecto.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2850" y="2260000"/>
            <a:ext cx="3808050" cy="25470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26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36" name="Google Shape;136;p26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26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6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Finalmente aparece el botón “Install”.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9775" y="2048200"/>
            <a:ext cx="3584450" cy="27727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45" name="Google Shape;145;p27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46" name="Google Shape;146;p27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7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7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(Windows)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" name="Google Shape;153;p28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¡Instalación finalizada! 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0850" y="2039025"/>
            <a:ext cx="3522300" cy="271112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55" name="Google Shape;155;p28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56" name="Google Shape;156;p28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8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8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/>
          <p:nvPr/>
        </p:nvSpPr>
        <p:spPr>
          <a:xfrm>
            <a:off x="647400" y="1189150"/>
            <a:ext cx="7849200" cy="3317400"/>
          </a:xfrm>
          <a:prstGeom prst="rect">
            <a:avLst/>
          </a:prstGeom>
          <a:solidFill>
            <a:srgbClr val="EAFF6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9"/>
          <p:cNvSpPr txBox="1"/>
          <p:nvPr/>
        </p:nvSpPr>
        <p:spPr>
          <a:xfrm>
            <a:off x="1461300" y="345975"/>
            <a:ext cx="6221400" cy="6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5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GIT: Instalación Windows</a:t>
            </a:r>
            <a:endParaRPr b="1" sz="3500"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5912300" y="1716550"/>
            <a:ext cx="216630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latin typeface="DM Sans"/>
                <a:ea typeface="DM Sans"/>
                <a:cs typeface="DM Sans"/>
                <a:sym typeface="DM Sans"/>
              </a:rPr>
              <a:t>Ahora tendrás disponible </a:t>
            </a:r>
            <a:r>
              <a:rPr b="1" lang="es-419" sz="1350">
                <a:latin typeface="DM Sans"/>
                <a:ea typeface="DM Sans"/>
                <a:cs typeface="DM Sans"/>
                <a:sym typeface="DM Sans"/>
              </a:rPr>
              <a:t>Git Bash</a:t>
            </a:r>
            <a:r>
              <a:rPr lang="es-419" sz="1350">
                <a:latin typeface="DM Sans"/>
                <a:ea typeface="DM Sans"/>
                <a:cs typeface="DM Sans"/>
                <a:sym typeface="DM Sans"/>
              </a:rPr>
              <a:t> desde tu lista de programas. Aquí es donde trabajaremos con Git.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latin typeface="DM Sans"/>
                <a:ea typeface="DM Sans"/>
                <a:cs typeface="DM Sans"/>
                <a:sym typeface="DM Sans"/>
              </a:rPr>
              <a:t>Alternativa: </a:t>
            </a:r>
            <a:r>
              <a:rPr b="1" lang="es-419" sz="1350">
                <a:latin typeface="DM Sans"/>
                <a:ea typeface="DM Sans"/>
                <a:cs typeface="DM Sans"/>
                <a:sym typeface="DM Sans"/>
              </a:rPr>
              <a:t>Git GUI</a:t>
            </a:r>
            <a:r>
              <a:rPr lang="es-419" sz="1350">
                <a:latin typeface="DM Sans"/>
                <a:ea typeface="DM Sans"/>
                <a:cs typeface="DM Sans"/>
                <a:sym typeface="DM Sans"/>
              </a:rPr>
              <a:t>, para tener una interfaz más amigable.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1300" y="1383763"/>
            <a:ext cx="3436475" cy="2928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/>
        </p:nvSpPr>
        <p:spPr>
          <a:xfrm>
            <a:off x="1461300" y="1925250"/>
            <a:ext cx="6221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Instalar GIT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en Mac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1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(Mac)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31"/>
          <p:cNvSpPr txBox="1"/>
          <p:nvPr/>
        </p:nvSpPr>
        <p:spPr>
          <a:xfrm>
            <a:off x="501450" y="1606700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Ir a </a:t>
            </a:r>
            <a:r>
              <a:rPr lang="es-419" sz="1350" u="sng">
                <a:solidFill>
                  <a:srgbClr val="83AEFB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https://git-scm.com/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y descarga el paquete de instalación </a:t>
            </a:r>
            <a:r>
              <a:rPr lang="es-419" sz="1350">
                <a:solidFill>
                  <a:schemeClr val="dk1"/>
                </a:solidFill>
                <a:highlight>
                  <a:schemeClr val="accent6"/>
                </a:highlight>
                <a:latin typeface="DM Sans"/>
                <a:ea typeface="DM Sans"/>
                <a:cs typeface="DM Sans"/>
                <a:sym typeface="DM Sans"/>
              </a:rPr>
              <a:t>“download (nro version) for Mac”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(o si tienes otro sistema operativo, se refleja Windows o Linux).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7" name="Google Shape;177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7750" y="2571750"/>
            <a:ext cx="6943238" cy="20878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31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79" name="Google Shape;179;p31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31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(Mac)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6" name="Google Shape;186;p32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Posiblemente,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te salga este cartel de seguridad al intentar ejecutar el archivo descargado.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87" name="Google Shape;187;p32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88" name="Google Shape;188;p32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32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2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190" name="Google Shape;19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2163" y="2296025"/>
            <a:ext cx="3959676" cy="244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(Mac)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6" name="Google Shape;196;p33"/>
          <p:cNvSpPr txBox="1"/>
          <p:nvPr/>
        </p:nvSpPr>
        <p:spPr>
          <a:xfrm>
            <a:off x="501450" y="1606700"/>
            <a:ext cx="8141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Van a “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preferencias de sistema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 → “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seguridad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 y encontrarás lo siguiente. Haz clic en “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abrir de todos modos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97" name="Google Shape;197;p33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198" name="Google Shape;198;p33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33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3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200" name="Google Shape;20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725" y="2470275"/>
            <a:ext cx="7598376" cy="159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4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(Mac)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6" name="Google Shape;206;p34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Un cartel más y clic en “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Abrir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07" name="Google Shape;207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6276" y="2146250"/>
            <a:ext cx="4491451" cy="25386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208" name="Google Shape;208;p34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209" name="Google Shape;209;p34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34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4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/>
        </p:nvSpPr>
        <p:spPr>
          <a:xfrm>
            <a:off x="473350" y="619525"/>
            <a:ext cx="814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GIT: Instalación (Mac)</a:t>
            </a:r>
            <a:endParaRPr b="1" sz="4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6" name="Google Shape;216;p35"/>
          <p:cNvSpPr txBox="1"/>
          <p:nvPr/>
        </p:nvSpPr>
        <p:spPr>
          <a:xfrm>
            <a:off x="501450" y="1606700"/>
            <a:ext cx="81411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Instalador, hacen clic en 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continuar 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hasta que diga “</a:t>
            </a:r>
            <a:r>
              <a:rPr b="1"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La instalación se completó</a:t>
            </a:r>
            <a:r>
              <a:rPr lang="es-419" sz="135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”.</a:t>
            </a:r>
            <a:endParaRPr sz="135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217" name="Google Shape;217;p35"/>
          <p:cNvGrpSpPr/>
          <p:nvPr/>
        </p:nvGrpSpPr>
        <p:grpSpPr>
          <a:xfrm>
            <a:off x="8027338" y="688825"/>
            <a:ext cx="587100" cy="600300"/>
            <a:chOff x="1731113" y="1953850"/>
            <a:chExt cx="587100" cy="600300"/>
          </a:xfrm>
        </p:grpSpPr>
        <p:sp>
          <p:nvSpPr>
            <p:cNvPr id="218" name="Google Shape;218;p35"/>
            <p:cNvSpPr/>
            <p:nvPr/>
          </p:nvSpPr>
          <p:spPr>
            <a:xfrm>
              <a:off x="1731113" y="1960479"/>
              <a:ext cx="587100" cy="587100"/>
            </a:xfrm>
            <a:prstGeom prst="ellipse">
              <a:avLst/>
            </a:prstGeom>
            <a:solidFill>
              <a:srgbClr val="EAFF6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35"/>
            <p:cNvSpPr txBox="1"/>
            <p:nvPr/>
          </p:nvSpPr>
          <p:spPr>
            <a:xfrm>
              <a:off x="1817525" y="1953850"/>
              <a:ext cx="4143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419" sz="3000">
                  <a:latin typeface="DM Sans"/>
                  <a:ea typeface="DM Sans"/>
                  <a:cs typeface="DM Sans"/>
                  <a:sym typeface="DM Sans"/>
                </a:rPr>
                <a:t>5</a:t>
              </a:r>
              <a:endParaRPr b="1" sz="30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220" name="Google Shape;22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450" y="2204239"/>
            <a:ext cx="4065176" cy="225472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1" name="Google Shape;22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8100" y="2219825"/>
            <a:ext cx="4065201" cy="2218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/>
        </p:nvSpPr>
        <p:spPr>
          <a:xfrm>
            <a:off x="2382900" y="2171550"/>
            <a:ext cx="437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0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Muchas gracias</a:t>
            </a:r>
            <a:r>
              <a:rPr b="1" lang="es-419" sz="4000">
                <a:solidFill>
                  <a:srgbClr val="EAFF6A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sz="4000">
              <a:solidFill>
                <a:srgbClr val="EAFF6A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37" title="Hashtag &quot;democratizando la educación&quot;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9675" y="2410500"/>
            <a:ext cx="5924650" cy="32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